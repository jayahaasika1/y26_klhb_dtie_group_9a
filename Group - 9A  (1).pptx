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978b43df9811c2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978b43df9811c2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978b43df9811c2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978b43df9811c2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978b43df9811c2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978b43df9811c2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978b43df9811c2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978b43df9811c2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978b43df9811c27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978b43df9811c2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978b43df9811c2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978b43df9811c2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978b43df9811c27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978b43df9811c2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66355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382100" y="2633750"/>
            <a:ext cx="2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A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94312"/>
            <a:ext cx="9144000" cy="573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291462"/>
            <a:ext cx="9144000" cy="5726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2900"/>
            <a:ext cx="9144000" cy="5715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5"/>
            <a:ext cx="9144000" cy="5126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0"/>
            <a:ext cx="9144000" cy="5149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5716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" y="5724"/>
            <a:ext cx="9144000" cy="513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